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你好</a:t>
            </a:r>
            <a:r>
              <a:rPr lang="en-US" altLang="zh-CN"/>
              <a:t> {{page[0].title}}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{{page[0].subtitle}}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en-US" altLang="zh-CN">
                <a:sym typeface="+mn-ea"/>
              </a:rPr>
              <a:t>{{page[1].title}}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5983605" y="1490345"/>
            <a:ext cx="4015740" cy="64135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{{page[1].sections[1].title}}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/>
        </p:nvSpPr>
        <p:spPr>
          <a:xfrm>
            <a:off x="608330" y="3024505"/>
            <a:ext cx="4015740" cy="64135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{{page[1].sections[0].content}}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5983605" y="3024505"/>
            <a:ext cx="4015740" cy="64135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{{page[1].sections[1].content}}</a:t>
            </a:r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677545" y="16268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{{page[1].sections[0].title}}</a:t>
            </a: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/>
          <a:p>
            <a:r>
              <a:rPr lang="en-US" altLang="zh-CN">
                <a:sym typeface="+mn-ea"/>
              </a:rPr>
              <a:t>{{page[2].title}}</a:t>
            </a:r>
            <a:endParaRPr lang="en-US"/>
          </a:p>
        </p:txBody>
      </p:sp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212850" y="2934970"/>
          <a:ext cx="10249535" cy="139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4310"/>
                <a:gridCol w="1464310"/>
                <a:gridCol w="1802130"/>
                <a:gridCol w="1125855"/>
                <a:gridCol w="1012190"/>
                <a:gridCol w="2107565"/>
                <a:gridCol w="127317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10280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[count]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[name]</a:t>
                      </a:r>
                      <a:endParaRPr lang="en-US" sz="1800"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[desc]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</a:t>
                      </a:r>
                      <a:r>
                        <a:rPr lang="en-US" altLang="en-US" sz="1800">
                          <a:sym typeface="+mn-ea"/>
                        </a:rPr>
                        <a:t>discount</a:t>
                      </a:r>
                      <a:r>
                        <a:rPr lang="en-US" sz="1800">
                          <a:sym typeface="+mn-ea"/>
                        </a:rPr>
                        <a:t>]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</a:t>
                      </a:r>
                      <a:r>
                        <a:rPr lang="en-US" altLang="en-US" sz="1800">
                          <a:sym typeface="+mn-ea"/>
                        </a:rPr>
                        <a:t>tax</a:t>
                      </a:r>
                      <a:r>
                        <a:rPr lang="en-US" sz="1800">
                          <a:sym typeface="+mn-ea"/>
                        </a:rPr>
                        <a:t>]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</a:t>
                      </a:r>
                      <a:r>
                        <a:rPr lang="en-US" altLang="en-US" sz="1800">
                          <a:sym typeface="+mn-ea"/>
                        </a:rPr>
                        <a:t>price</a:t>
                      </a:r>
                      <a:r>
                        <a:rPr lang="en-US" sz="1800">
                          <a:sym typeface="+mn-ea"/>
                        </a:rPr>
                        <a:t>]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</a:t>
                      </a:r>
                      <a:r>
                        <a:rPr lang="en-US" altLang="en-US" sz="1800">
                          <a:sym typeface="+mn-ea"/>
                        </a:rPr>
                        <a:t>price</a:t>
                      </a:r>
                      <a:r>
                        <a:rPr lang="en-US" sz="1800">
                          <a:sym typeface="+mn-ea"/>
                        </a:rPr>
                        <a:t>]*[count]=[totalPrice]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[picture]</a:t>
                      </a:r>
                      <a:endParaRPr 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itle 1"/>
          <p:cNvSpPr>
            <a:spLocks noGrp="1"/>
          </p:cNvSpPr>
          <p:nvPr/>
        </p:nvSpPr>
        <p:spPr>
          <a:xfrm>
            <a:off x="3426460" y="3559810"/>
            <a:ext cx="429323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0000"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en-US" altLang="zh-CN">
                <a:sym typeface="+mn-ea"/>
              </a:rPr>
              <a:t>{{#page[2].table}}</a:t>
            </a:r>
            <a:endParaRPr 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TABLE_ENDDRAG_ORIGIN_RECT" val="807*108"/>
  <p:tag name="TABLE_ENDDRAG_RECT" val="95*231*807*1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WPS Writer</Application>
  <PresentationFormat>宽屏</PresentationFormat>
  <Paragraphs>38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你好 {{page[0].title}}</vt:lpstr>
      <vt:lpstr>{{page[1].title}}</vt:lpstr>
      <vt:lpstr>{{page[2].title}}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forhheart</dc:creator>
  <cp:lastModifiedBy>Frank</cp:lastModifiedBy>
  <cp:revision>167</cp:revision>
  <dcterms:created xsi:type="dcterms:W3CDTF">2025-08-13T03:31:30Z</dcterms:created>
  <dcterms:modified xsi:type="dcterms:W3CDTF">2025-08-13T03:31:30Z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1033-7.5.1.8994</vt:lpwstr>
  </property>
  <property fmtid="{D5CDD505-2E9C-101B-9397-08002B2CF9AE}" pid="3" name="ICV">
    <vt:lpwstr>EE197814CA565720888E8768754E9BC5_41</vt:lpwstr>
  </property>
</Properties>
</file>